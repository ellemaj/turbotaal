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40BE0-E337-494E-A2D5-470A528B6827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BAACD-CA58-4E08-AEEA-0FC4E57CD80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611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BAACD-CA58-4E08-AEEA-0FC4E57CD806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975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0B144-5F6B-D802-90F3-A200678E7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C2ED8E4-048D-AB30-3440-9752FE6CD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D94BE57-8014-6B15-F8A6-0CD7D73A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0B0CBCC-CC47-456A-4D74-76BFC78F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C9D355F-6645-9CF1-C9A6-07FA3C24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084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36EDCA-0C86-38CF-9EFB-AE86BD6D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D0FE59-D099-1056-66DC-C24F2B1D5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18260C-926D-701B-23B1-EC0E64F4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8DB9194-B1DC-3FBB-82E9-BECDBE31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1EA95E8-BA5F-D201-E8D2-4024BB3F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909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AC535-7979-7BF1-B579-ADC25A9C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3467E66-88B2-2131-027E-7C09BDE6A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5C352AB-EB78-9C42-1788-C1DE1A65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1E26C1-2513-8EE6-2971-DB5BF8A5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724833-EA4F-C54C-7F61-2975B4BE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070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032F3-DADF-4917-F073-C32D62E1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10B13D-7F21-F6B0-497A-6D8F78D78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F5422B-F98D-67D5-D521-DD18E12D4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1BC2BB-6ABF-5697-F39C-3B5D213C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764D559-914E-C9C5-03F5-FEF14ABC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AC7E9C-BC53-3043-C0D4-180C4308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59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BFB1A-9F86-59E7-E639-29783275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AF9885-EFF9-05CB-A97C-97430255F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9FCB163-B96E-67C2-A568-BCF1436B3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61ECE39-14CA-3F70-8DDF-7A0BB4173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FB4A1BF-287C-7580-1CA3-A2FFF4A44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0C9659E-F61C-6AF0-D8BA-BB9FEA8D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102A140-354B-96E9-FC76-ED805D34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AB83F7D-90C2-200E-EDDB-F3E1C5E4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471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5A48D-C241-C7D9-28EA-F1037C8D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EF24A2C-EA74-D83E-CD70-B1B5516B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8128BA6-93C6-7425-3D64-53F5F211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F397DD1-EB7F-BB6D-2B6E-F94AFFD7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45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F3757B8-BE01-CD5B-BADA-EE83092F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9CDCF20-A302-C19F-A293-5895EFC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57EC34-1C20-658A-967A-CC7892F9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837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0F28A9-401F-9820-0D0B-86D16E4A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583917-13A7-1F9C-38B6-21C98A119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DA9ACE0-1331-5357-A6A7-0F604E73C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3B138B6-438A-B11F-3FD4-4F92355E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E7E5A71-95F8-9E98-880B-FF87B242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D60C047-5701-D5BC-A3EB-47FE9944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636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F0C07-3580-4F09-B195-C8DA9F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1A03FB8-6716-FACE-5AA4-69B6C8F4F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277F84-7137-AE12-73BA-642C81C8D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12F42A-0720-1402-D00F-26BFCD51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AAA8CBC-D02F-D25B-3FE8-DD5ECD4E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D4DA57-8FB2-9D48-0653-214FD804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722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78CF2-22A3-B397-0A40-3F6AA95D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D5AC461-0AF2-BA68-7FCA-4C9E0B611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70F1B6-2B40-F9A5-F81C-DB212436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D3AE415-E210-4CD1-946E-5B22BA83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6A9FE9-47C3-226B-5843-4A7EADA6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05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32546A4-B112-FB4C-10F2-741729B72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4B8BAF0-D6F2-DCE4-38A0-09C531C7D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FA5965E-DA61-DEBC-83A3-7C36A85F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D8165E-9BA5-2C78-9B28-CFA9B27A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DB13385-3AFA-6EE2-FEA4-3616BF61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01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B926453-8DB2-AAF6-E90F-8FF9A189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0E247AF-BF4D-AC49-2B23-F3FF3A5C6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CFBEBE-7723-E93D-26B7-B78B636FA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CC129-1995-4891-8FA6-7C312FFA6C83}" type="datetimeFigureOut">
              <a:rPr lang="nl-NL" smtClean="0"/>
              <a:t>7-1-2026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230BDB-7BEA-5099-ED72-A472DD3F2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51B879-441B-A372-4973-1E6C2DD4A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B6C15-FAAA-4027-B776-78F02AF909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079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D7603-E118-5751-F6AE-459013A18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BF8C71A-655D-63C0-4DBC-2182F7FDE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 descr="Afbeelding met Rechthoek, schermopname, Graphics, symbool&#10;&#10;Door AI gegenereerde inhoud is mogelijk onjuist.">
            <a:extLst>
              <a:ext uri="{FF2B5EF4-FFF2-40B4-BE49-F238E27FC236}">
                <a16:creationId xmlns:a16="http://schemas.microsoft.com/office/drawing/2014/main" id="{A0DDE6BD-CE60-83D2-8806-DF912963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CD07A587-0779-99BA-BEFC-B65FE765AED1}"/>
              </a:ext>
            </a:extLst>
          </p:cNvPr>
          <p:cNvSpPr/>
          <p:nvPr/>
        </p:nvSpPr>
        <p:spPr>
          <a:xfrm>
            <a:off x="952500" y="3767667"/>
            <a:ext cx="10287000" cy="3090333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0" dirty="0">
                <a:latin typeface="Bahnschrift" panose="020B0502040204020203" pitchFamily="34" charset="0"/>
                <a:cs typeface="Segoe UI" panose="020B0502040204020203" pitchFamily="34" charset="0"/>
              </a:rPr>
              <a:t>Het Verkleincircuit</a:t>
            </a:r>
          </a:p>
        </p:txBody>
      </p:sp>
    </p:spTree>
    <p:extLst>
      <p:ext uri="{BB962C8B-B14F-4D97-AF65-F5344CB8AC3E}">
        <p14:creationId xmlns:p14="http://schemas.microsoft.com/office/powerpoint/2010/main" val="44070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6F47-739A-604D-E1FF-E3313A0D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Afbeelding met Rechthoek, symbool, schermopname, Graphics&#10;&#10;Door AI gegenereerde inhoud is mogelijk onjuist.">
            <a:extLst>
              <a:ext uri="{FF2B5EF4-FFF2-40B4-BE49-F238E27FC236}">
                <a16:creationId xmlns:a16="http://schemas.microsoft.com/office/drawing/2014/main" id="{AD79C142-B124-8C6F-99CF-A5FFCF0CF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F7A59D82-A81C-14DB-423A-C24CC343CACA}"/>
              </a:ext>
            </a:extLst>
          </p:cNvPr>
          <p:cNvSpPr/>
          <p:nvPr/>
        </p:nvSpPr>
        <p:spPr>
          <a:xfrm>
            <a:off x="952500" y="3767667"/>
            <a:ext cx="10287000" cy="3090333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0" dirty="0" err="1">
                <a:latin typeface="Bahnschrift" panose="020B0502040204020203" pitchFamily="34" charset="0"/>
                <a:cs typeface="Segoe UI" panose="020B0502040204020203" pitchFamily="34" charset="0"/>
              </a:rPr>
              <a:t>WerkWoordenWeg</a:t>
            </a:r>
            <a:endParaRPr lang="nl-NL" sz="6000" dirty="0">
              <a:latin typeface="Bahnschrift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54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E638-AFD4-0A83-9CB4-ECC7CDE4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Rechthoek, symbool, Graphics, plein&#10;&#10;Door AI gegenereerde inhoud is mogelijk onjuist.">
            <a:extLst>
              <a:ext uri="{FF2B5EF4-FFF2-40B4-BE49-F238E27FC236}">
                <a16:creationId xmlns:a16="http://schemas.microsoft.com/office/drawing/2014/main" id="{9C7C3662-74F0-6E68-7D4C-85F15B592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C216DBA4-52E5-7E5C-8E72-0D8C372015BF}"/>
              </a:ext>
            </a:extLst>
          </p:cNvPr>
          <p:cNvSpPr/>
          <p:nvPr/>
        </p:nvSpPr>
        <p:spPr>
          <a:xfrm>
            <a:off x="952500" y="3767667"/>
            <a:ext cx="10287000" cy="3090333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6000" dirty="0">
                <a:latin typeface="Bahnschrift" panose="020B0502040204020203" pitchFamily="34" charset="0"/>
                <a:cs typeface="Segoe UI" panose="020B0502040204020203" pitchFamily="34" charset="0"/>
              </a:rPr>
              <a:t>Spelling </a:t>
            </a:r>
            <a:r>
              <a:rPr lang="nl-NL" sz="6000" dirty="0" err="1">
                <a:latin typeface="Bahnschrift" panose="020B0502040204020203" pitchFamily="34" charset="0"/>
                <a:cs typeface="Segoe UI" panose="020B0502040204020203" pitchFamily="34" charset="0"/>
              </a:rPr>
              <a:t>Sircuit</a:t>
            </a:r>
            <a:endParaRPr lang="nl-NL" sz="6000" dirty="0">
              <a:latin typeface="Bahnschrift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3524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</Words>
  <Application>Microsoft Office PowerPoint</Application>
  <PresentationFormat>Breedbeeld</PresentationFormat>
  <Paragraphs>4</Paragraphs>
  <Slides>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Bahnschrift</vt:lpstr>
      <vt:lpstr>Kantoorthema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Elmar van Loenhout</dc:creator>
  <cp:lastModifiedBy>Elmar van Loenhout</cp:lastModifiedBy>
  <cp:revision>1</cp:revision>
  <dcterms:created xsi:type="dcterms:W3CDTF">2026-01-07T10:06:24Z</dcterms:created>
  <dcterms:modified xsi:type="dcterms:W3CDTF">2026-01-07T10:19:46Z</dcterms:modified>
</cp:coreProperties>
</file>